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312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4470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003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NFC HEALTH IDENTITY SYSTEM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356616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REDEFINING MEDICAL RECORD CONNECTIVITY for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58293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EXPO MASTER EDITION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EXECUTIVE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new paradigm in digital health infrastructure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799"/>
            <a:ext cx="5943600" cy="30588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Problem: Fragmented, insecure medical history that delays care and increases risk.</a:t>
            </a:r>
            <a:endParaRPr lang="en-US" sz="2400" dirty="0"/>
          </a:p>
          <a:p>
            <a:pPr marL="0" indent="0">
              <a:lnSpc>
                <a:spcPts val="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Solution: A unified, cryptographic identity ecosystem connecting every stakeholder in the medical journey.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32320" y="1828800"/>
            <a:ext cx="4572000" cy="45720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0" y="2743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100%</a:t>
            </a:r>
            <a:endParaRPr lang="en-US" sz="10000" dirty="0"/>
          </a:p>
        </p:txBody>
      </p:sp>
      <p:sp>
        <p:nvSpPr>
          <p:cNvPr id="7" name="Text 5"/>
          <p:cNvSpPr/>
          <p:nvPr/>
        </p:nvSpPr>
        <p:spPr>
          <a:xfrm>
            <a:off x="7132320" y="45720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INTEGRITY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B6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E276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HEALTHCARE CRISIS</a:t>
            </a:r>
            <a:endParaRPr lang="en-US" sz="6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DATA SILOS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legacy systems are failing patients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2651760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BB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Disconnected Databases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291840" y="2743200"/>
            <a:ext cx="2651760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BB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Paper-Heavy Workflows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126480" y="2743200"/>
            <a:ext cx="2651760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6480" y="3840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BB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Manual Retrieval Lag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961120" y="2743200"/>
            <a:ext cx="2651760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961120" y="3840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BBBB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Unauthorized Record Access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IDENTITY VULNERABILITY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Unverified access leads to medical error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identification methods rely on unreliable oral history or unencrypted physical cards. This leads to misdiagnosis and critical delays in emergency situations.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0" y="1828800"/>
            <a:ext cx="5029200" cy="457200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1E276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[CRITICAL RISK IMAGE]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INTAKE LAG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cost of inefficient data retrieval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0" dirty="0">
                <a:solidFill>
                  <a:srgbClr val="F43F5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90%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5486400" y="3200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OF TRIAGE TIME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486400" y="4114800"/>
            <a:ext cx="5486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currently wasted searching for baseline medical information.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B6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E276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NFC INNOVATION</a:t>
            </a:r>
            <a:endParaRPr lang="en-US" sz="6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574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i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“Our system ensures that every patient carries their clinical history not in a folder, but in their identity—encrypted, accessible, and life-saving.”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914400" y="44577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- NFC Health Systems Engineering Team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HARDWARE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Cryptographic NTAG215 Integrity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3657600" cy="36576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Physical Key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Requires physical proximity for secure check-in.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89120" y="2286000"/>
            <a:ext cx="3657600" cy="36576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Tamper Proof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89120" y="4114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Write-locked identity segments for absolute trust.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321040" y="2286000"/>
            <a:ext cx="3657600" cy="36576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21040" y="32004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72KB Storage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321040" y="4114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 for high-speed cloud pointer retrieval.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FAILSAFE RECOVERY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QR Metadata Architecture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JSON METADATA PAYLOAD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926079"/>
            <a:ext cx="9144000" cy="25712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'pid': 'UUID-8892',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'blood': 'O-',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'all': ['Penicillin', 'Peanuts'],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'contact': '+91-XXXXX'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0" y="3657599"/>
            <a:ext cx="4572000" cy="14260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Offline-first triaging enabled by proprietary metadata embedding.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B6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E276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THE PORTAL ECOSYSTEM</a:t>
            </a:r>
            <a:endParaRPr lang="en-US" sz="6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PATIENT EMPOWERMENT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Mobile-first Next.js Dashboard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Identity Management: Generate and manage your Master QR and NFC pairing.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828800" y="3657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Record Visibility: Access every clinical note and history entry from your palm.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828800" y="50292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Insurance Oversight: Monitor policy coverage and claim status in real-time.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HOSPITAL COMMAND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Fast-track clinical intake for 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optimized for zero-fatigue high-speed clinical intake.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0972800" cy="36576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36576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• Instant NFC Scanning • Crystal-Clear Triage View • Permanent Record Signing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INSURANCE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 underwriting &amp; trust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Ensure that claims are backed by immutable hospital records, reducing fraud and processing overhead.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TRUSTED • VERIFIED • FAST</a:t>
            </a:r>
            <a:endParaRPr lang="en-US" sz="4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HYBRID PERSISTENCE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Dual-Sync Local &amp; Cloud Engine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3657600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LOCAL SQLITE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Instant offline writes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743200"/>
            <a:ext cx="3657600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SUPABASE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89120" y="43891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Global identity persistence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321040" y="2743200"/>
            <a:ext cx="3657600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06B6D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32104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SYNC ENGINE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21040" y="438912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Automatic background bridge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INFINITE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Multi-layer protection for clinical data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0972800" cy="45720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25603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AES-256 Payload Encryption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PostgreSQL Row-Level Security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14400" y="530352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Server-to-Server Service Role Gates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LIFE 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emergency scan to clinical entry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2743200" cy="182880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1. NFC Scan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91840" y="2743200"/>
            <a:ext cx="2743200" cy="182880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2. Identity Verification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26480" y="2743200"/>
            <a:ext cx="2743200" cy="182880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3. Data Retrieval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961120" y="2743200"/>
            <a:ext cx="2743200" cy="1828800"/>
          </a:xfrm>
          <a:prstGeom prst="rect">
            <a:avLst/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4. Record Entry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B6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1E2761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IMPACT &amp; FUTURE</a:t>
            </a:r>
            <a:endParaRPr lang="en-US" sz="6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DIGITAL TRANSFORMATION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 Workflows vs. NFC Health System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43F5E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OLD: Manual lookup, paper charts, oral history errors.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217920" y="2286000"/>
            <a:ext cx="5486400" cy="36576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92240" y="3657600"/>
            <a:ext cx="4937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NEW: &lt;1s scan, verified digital history, automated sync.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FISCAL IMPACT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Reducing overhead through automation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2860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0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$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2743200" y="3200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Significant cost reductions across clinical onboarding and insurance administration.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NATIONAL SCALING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designed for millions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2651760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Stateless APIs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2743200"/>
            <a:ext cx="2651760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91840" y="3840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Cloud Partitioning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26480" y="2743200"/>
            <a:ext cx="2651760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6480" y="3840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Local/Edge Caching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61120" y="2743200"/>
            <a:ext cx="2651760" cy="2743200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961120" y="3840480"/>
            <a:ext cx="2651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Horizontally Scalable DB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DEVELOPMENT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&amp; 2: Launch &amp; Expansion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2025: Local Pilot Launch in Urban Centers</a:t>
            </a:r>
            <a:endParaRPr lang="en-US" sz="32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2026: Regional Insurance Hub Integration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INTELLIGENCE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&amp; 4: AI &amp; Global Scale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743200"/>
            <a:ext cx="10058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3200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2027: AI-Driven Clinical Predictive Diagnostics</a:t>
            </a:r>
            <a:endParaRPr lang="en-US" sz="32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3200" dirty="0">
                <a:solidFill>
                  <a:srgbClr val="06B6D4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2028: Global Cross-Border Health Passporting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QUESTIONS?</a:t>
            </a:r>
            <a:endParaRPr lang="en-US" sz="8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CADCFC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NFC HEALTH IDENTITY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37719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FUTURE OF MEDICAL CARE IS HERE.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5829300"/>
            <a:ext cx="1219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Presented by NFC Health Systems | Project Expo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589</Words>
  <Application>Microsoft Office PowerPoint</Application>
  <PresentationFormat>Widescreen</PresentationFormat>
  <Paragraphs>134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Consolas</vt:lpstr>
      <vt:lpstr>Impact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Ayash Ayash</cp:lastModifiedBy>
  <cp:revision>2</cp:revision>
  <dcterms:created xsi:type="dcterms:W3CDTF">2026-02-19T19:29:52Z</dcterms:created>
  <dcterms:modified xsi:type="dcterms:W3CDTF">2026-02-19T19:34:35Z</dcterms:modified>
</cp:coreProperties>
</file>