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86100"/>
            <a:ext cx="12192000" cy="685800"/>
          </a:xfrm>
          <a:prstGeom prst="rect">
            <a:avLst/>
          </a:prstGeom>
          <a:solidFill>
            <a:srgbClr val="06B6D4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301752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NFC HEALTH IDENTITY SYSTEM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0" y="370332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FUTURE OF CONNECTED MEDICAL RECORDS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582930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Presented for Project Expo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EXECUTIVE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Bridging the gap in digital healthcare infrastructure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00" cy="4572000"/>
          </a:xfrm>
          <a:prstGeom prst="rect">
            <a:avLst>
              <a:gd name="adj" fmla="val 4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4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Our mission is to eliminate medical data fragmentation through a secure, encrypted hardware identity system. By integrating NFC and Cloud Sync, we provide instant, lifesaving access to patient records globally.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0" y="1371600"/>
            <a:ext cx="5303520" cy="4572000"/>
          </a:xfrm>
          <a:prstGeom prst="rect">
            <a:avLst>
              <a:gd name="adj" fmla="val 4000"/>
            </a:avLst>
          </a:prstGeom>
          <a:solidFill>
            <a:srgbClr val="8B5CF6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2286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🌐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6400800" y="4114800"/>
            <a:ext cx="5303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100% Unified Ecosystem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DATA CRISIS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Legacy systems are failing patients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3657600" cy="3657600"/>
          </a:xfrm>
          <a:prstGeom prst="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43F5E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⚠️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Paper-heavy workflows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657600" cy="3657600"/>
          </a:xfrm>
          <a:prstGeom prst="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43F5E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22860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⚠️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389120" y="3657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Siloed hospital databases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321040" y="1828800"/>
            <a:ext cx="3657600" cy="3657600"/>
          </a:xfrm>
          <a:prstGeom prst="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43F5E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2860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⚠️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321040" y="3657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Critical data loss during transfers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IDENTITY VULNERABILITY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Insecure identification costs lives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43F5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85%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of emergency delays are caused by missing or unverified medical history.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4572000" cy="3657600"/>
          </a:xfrm>
          <a:prstGeom prst="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2286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Current Methods: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Manual ID checks</a:t>
            </a:r>
            <a:endParaRPr lang="en-US" sz="18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Unencrypted cards</a:t>
            </a:r>
            <a:endParaRPr lang="en-US" sz="18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Oral history reliance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UNIFIED VISION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single identity for a lifetime of care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1828800"/>
            <a:ext cx="4572000" cy="45720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36576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PATIENT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Insurance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0" y="36576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Hospital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HARDWARE IDENTITY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Cryptographic NFC Integration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00" cy="4572000"/>
          </a:xfrm>
          <a:prstGeom prst="rect">
            <a:avLst>
              <a:gd name="adj" fmla="val 4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patient is assigned a unique NTAG215 hardware identity. This chip stores an encrypted pointer to their cloud record, ensuring that physical access is required to unlock medical history.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0" y="2286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dirty="0">
                <a:solidFill>
                  <a:srgbClr val="06B6D4"/>
                </a:solidFill>
              </a:rPr>
              <a:t>NFC</a:t>
            </a:r>
            <a:endParaRPr lang="en-US" sz="10000" dirty="0"/>
          </a:p>
        </p:txBody>
      </p:sp>
      <p:sp>
        <p:nvSpPr>
          <p:cNvPr id="9" name="Text 7"/>
          <p:cNvSpPr/>
          <p:nvPr/>
        </p:nvSpPr>
        <p:spPr>
          <a:xfrm>
            <a:off x="7315200" y="4114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⚡ Instant Read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PROPRIETARY METADATA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Smart QR Recovery Architecture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Beyond simple links, our QR identities embed encrypted JSON metadata including Blood Group, Emergency Contacts, and System UUIDs.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1371600"/>
            <a:ext cx="4572000" cy="4572000"/>
          </a:xfrm>
          <a:prstGeom prst="rect">
            <a:avLst>
              <a:gd name="adj" fmla="val 4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2286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'id': '...',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'role': 'patient',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'auth': 'AES-256' }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PATIENT EMPOWERMENT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Next.js Mobile-First Dashboard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6B6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✔ View digital identity card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6B6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✔ Access real-time clinical notes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6B6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✔ Manage insurance policies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6B6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✔ Track claim status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INSURANCE OPERATIONS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Automated Underwriting &amp; Claims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Risk Mitigation through Data Transparency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CLINICAL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Flask High-Speed Medical Portal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Designed for high-traffic ER environments with a specialized 'Deep Space' dark theme to reduce eye strain and improve data legibility.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10972800" cy="2743200"/>
          </a:xfrm>
          <a:prstGeom prst="rect">
            <a:avLst>
              <a:gd name="adj" fmla="val 666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600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• Rapid Patient Lookup</a:t>
            </a:r>
            <a:endParaRPr lang="en-US" sz="2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600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• One-Click Medical Entry</a:t>
            </a:r>
            <a:endParaRPr lang="en-US" sz="2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600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• Automated Identity Syncing</a:t>
            </a:r>
            <a:endParaRPr lang="en-US" sz="2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TECHNICAL EXCELLENCE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Hybrid Dual-Sync Engine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743200"/>
            <a:ext cx="2743200" cy="91440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LOCAL SQLITE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29600" y="2743200"/>
            <a:ext cx="2743200" cy="914400"/>
          </a:xfrm>
          <a:prstGeom prst="rect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000000"/>
                </a:solidFill>
              </a:rPr>
              <a:t>SUPABASE CLOUD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114800" y="2926080"/>
            <a:ext cx="3657600" cy="548640"/>
          </a:xfrm>
          <a:prstGeom prst="rightArrow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0" y="457200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Automatic Cross-App Synchronization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 FIRST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Bank-Grade Privacy Protocols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3657600" cy="3657600"/>
          </a:xfrm>
          <a:prstGeom prst="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AES-256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Standard for all medical payload data.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657600" cy="3657600"/>
          </a:xfrm>
          <a:prstGeom prst="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27432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Service Role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389120" y="3657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Protected server-to-server sync.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21040" y="1828800"/>
            <a:ext cx="3657600" cy="3657600"/>
          </a:xfrm>
          <a:prstGeom prst="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7432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RLS Policies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21040" y="3657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Row-level security ensures zero-leak access.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OPERATIONAL IMPACT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Measurable Clinical Gains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06B6D4"/>
                </a:solidFill>
              </a:rPr>
              <a:t>90%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4114800" y="2926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REDUCTION IN DATA ENTRY ERRORS</a:t>
            </a: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SCALING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Path to National Integration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247120" cy="0"/>
          </a:xfrm>
          <a:prstGeom prst="line">
            <a:avLst/>
          </a:prstGeom>
          <a:noFill/>
          <a:ln w="635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 Phase 1: Multi-Hospital Pilot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 Phase 2: Government Health Integration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3. Phase 3: AI-Driven Clinical Diagnosis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51206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4. Phase 4: Global Data Passporting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6B6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377190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Redefining healthcare identity, one chip at a time.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582930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Presented by NFC Health Systems |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2026-02-19T19:16:23Z</dcterms:created>
  <dcterms:modified xsi:type="dcterms:W3CDTF">2026-02-19T19:16:23Z</dcterms:modified>
</cp:coreProperties>
</file>