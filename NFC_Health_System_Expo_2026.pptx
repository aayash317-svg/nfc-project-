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NFC HEALTH ID SYSTEM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Future of Medical Identity &amp; Digital Records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2983230"/>
            <a:ext cx="36576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719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Expo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Fragmented History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Patient data scattered across multiple legacy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Risks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secure way to verify patient identity in emergencies.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Inefficiency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 record entry leads to errors and slow processing.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UNIFIED HEALTH IDENTITY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modern, encrypted, and synchronized ecosystem connecting Patients, Insurance, and Hospitals.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Encrypted IDs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Hardware-level NFC and Master QR identities.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☁️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Sync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3657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Instant cloud data flow between systems.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💎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Premium UI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Intuitive glassmorphism interface for medical staff.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HYBRID CLOUD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1828800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Next.js 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2743200" cy="182880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Flask Portal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49040" y="2926080"/>
            <a:ext cx="1645920" cy="5486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Bi-directional Cloud Sync powered by Supabase Service-Role Engine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NFC &amp; QR IDENTITY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72%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Faster Emergency Check-ins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3F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Identity Forgery Risks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3891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Encrypted Metadata Architecture ensures patient privacy while maintaining infinite availability across hospital networks.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PREMIUM MEDICAL UI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hospital and insurance portals have been completely redesigned for the next generation.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Deep Space Translucency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Glowing Clinical Badges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Optimized Table Hierarchies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Micro-Animation Ecosystem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SEAMLESS PATIENT JOURNEY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828800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Insurance Onboarding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2743200"/>
            <a:ext cx="1828800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ID Generation (QR/NFC)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2743200"/>
            <a:ext cx="1828800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Secure Scan at Hospital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2743200"/>
            <a:ext cx="1828800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4. Global Cloud Record Sync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ENGINEERING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Supabase, PostgreSQL, REST 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Apps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Next.js, Flask, Python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WebNFC API, Cryptography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DevOps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5120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GitHub, CI/CD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V2: THE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Scaling to national health networks and beyond.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2026: The Year of Digital Identity.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719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Presented by NFC Health Systems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2026-02-19T19:05:45Z</dcterms:created>
  <dcterms:modified xsi:type="dcterms:W3CDTF">2026-02-19T19:05:45Z</dcterms:modified>
</cp:coreProperties>
</file>