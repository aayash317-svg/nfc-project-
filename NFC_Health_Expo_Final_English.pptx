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00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NFC HEALTH IDENTITY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FUTURE OF MEDICAL RECORDS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29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Expo 2026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the gap in healthcare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mission is to eliminate medical data fragmentation through a secure, hardware-linked identity system. We connect patients, hospitals, and insurance providers in a single, encrypted ecosystem.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0" y="1371600"/>
            <a:ext cx="41148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0" y="4114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System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DATA CRISIS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records cost lives and resources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32004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444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Paper Records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0" y="2286000"/>
            <a:ext cx="3657600" cy="32004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4444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Siloed Data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321040" y="2286000"/>
            <a:ext cx="3657600" cy="32004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4444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Manual Entry Errors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IDENTITY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Insecure identification leads to emergency delays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85%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emergency delays are caused by missing medical verification.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UNIFIED IDENTITY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chip. One record. Unlimited care.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3657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PATIENT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HARDWARE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NFC Identification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NTAG215 hardware identity chips. These physical tokens act as unique keys to unlock patient records, ensuring absolute security even in high-traffic environments.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RECOVERY MODE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Metadata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QR systems carry encrypted JSON metadata. This ensures that even if the cloud is offline, essential data like blood group and drug allergies are readable by authorized personnel.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PATIENT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control over personal health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Identity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Record Access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Insurance Policy Overview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Encrypted Claim History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INSURANCE CONSOLE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Claims &amp; Risk Management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Seamlessly verify claims using the cryptographically signed history provided by the hospital network.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HOSPITAL COMMAND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Fast-track clinical data entry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'Deep Space' dark theme is optimized for clinical focus, reducing friction during critical patient onboarding.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CLOUD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Hybrid Dual-Sync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SQLITE (Local)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0" y="2743200"/>
            <a:ext cx="3657600" cy="182880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SUPABASE (Cloud)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0" y="3200400"/>
            <a:ext cx="1828800" cy="914400"/>
          </a:xfrm>
          <a:prstGeom prst="rightArrow">
            <a:avLst/>
          </a:prstGeom>
          <a:noFill/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SECURITY 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Data Pipelines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AES-256 Encryption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Proprietary encryption protocols protect medical data from transit to storage.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REAL-WORLD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Optimizing the patient 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48640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Reduction in processing time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to a national healthcare grid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 Phase 1: Local Deployment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2. Phase 2: National Sync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3. Phase 3: AI Diagnostics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4. Phase 4: Global Access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NFC HEALTH IDENTITY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5829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Presentation Finished | NFC Health Systems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2026-02-19T19:19:40Z</dcterms:created>
  <dcterms:modified xsi:type="dcterms:W3CDTF">2026-02-19T19:19:40Z</dcterms:modified>
</cp:coreProperties>
</file>